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d83a2eba4943af" /><Relationship Type="http://schemas.openxmlformats.org/officeDocument/2006/relationships/extended-properties" Target="/docProps/app.xml" Id="R602957e6503e4806" /><Relationship Type="http://schemas.openxmlformats.org/officeDocument/2006/relationships/officeDocument" Target="/ppt/presentation.xml" Id="R9208bd71d10c4e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314cd670f46d0"/>
  </p:sldMasterIdLst>
  <p:notesMasterIdLst>
    <p:notesMasterId xmlns:r="http://schemas.openxmlformats.org/officeDocument/2006/relationships" r:id="R9332902c10c34c2a"/>
  </p:notesMasterIdLst>
  <p:sldIdLst>
    <p:sldId xmlns:r="http://schemas.openxmlformats.org/officeDocument/2006/relationships" id="256" r:id="R4342bcd0120143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530b1953d843d4" /><Relationship Type="http://schemas.openxmlformats.org/officeDocument/2006/relationships/slideMaster" Target="/ppt/slideMasters/slideMaster1.xml" Id="Rf3c314cd670f46d0" /><Relationship Type="http://schemas.openxmlformats.org/officeDocument/2006/relationships/notesMaster" Target="/ppt/notesMasters/notesMaster1.xml" Id="R9332902c10c34c2a" /><Relationship Type="http://schemas.openxmlformats.org/officeDocument/2006/relationships/presProps" Target="/ppt/presProps.xml" Id="R99c7156542b1456a" /><Relationship Type="http://schemas.openxmlformats.org/officeDocument/2006/relationships/viewProps" Target="/ppt/viewProps.xml" Id="Rbb305fd0bbdb47ae" /><Relationship Type="http://schemas.openxmlformats.org/officeDocument/2006/relationships/tableStyles" Target="/ppt/tableStyles.xml" Id="Rc3f4973553924fda" /><Relationship Type="http://schemas.openxmlformats.org/officeDocument/2006/relationships/slide" Target="/ppt/slides/slide1.xml" Id="R4342bcd0120143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6d0bb71f8f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55860c4e484cfe" /><Relationship Type="http://schemas.openxmlformats.org/officeDocument/2006/relationships/notesMaster" Target="/ppt/notesMasters/notesMaster1.xml" Id="Re749fe406f5942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c87db43974b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ebb349445744aa" /><Relationship Type="http://schemas.openxmlformats.org/officeDocument/2006/relationships/slideLayout" Target="/ppt/slideLayouts/slideLayout1.xml" Id="R09a8d135d01149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8d135d01149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2f51fefb24042" /><Relationship Type="http://schemas.openxmlformats.org/officeDocument/2006/relationships/notesSlide" Target="/ppt/notesSlides/notesSlide1.xml" Id="Ra01bbc0b51bd4b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9B9131-EDB3-4858-A5DF-2795DE02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0616B-F4E8-43E4-B63F-5DD3E9F4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8FBFF"/>
                </a:solidFill>
                <a:latin typeface="Aptos Display"/>
                <a:ea typeface="Aptos Display"/>
                <a:cs typeface="Aptos Display"/>
              </a:rPr>
              <a:t>AgentAQI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0356B-FF95-4822-8068-3FFEA517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D9FF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0D9FF"/>
                </a:solidFill>
                <a:latin typeface="Aptos"/>
                <a:ea typeface="Aptos"/>
                <a:cs typeface="Aptos"/>
              </a:rPr>
              <a:t>台灣空氣品質個人化 Multi-Agent 監測系統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A7A2-FA01-41FA-9337-F6ED4E6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7620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6D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6D8"/>
                </a:solidFill>
                <a:latin typeface="Aptos"/>
                <a:ea typeface="Aptos"/>
                <a:cs typeface="Aptos"/>
              </a:rPr>
              <a:t>專案簡報 | 動機 · 流程 · 實作 · 使用情境</a:t>
            </a:r>
          </a:p>
        </p:txBody>
      </p:sp>
    </p:spTree>
    <p:extLst>
      <p:ext uri="{BB962C8B-B14F-4D97-AF65-F5344CB8AC3E}">
        <p14:creationId xmlns:p14="http://schemas.microsoft.com/office/powerpoint/2010/main" val="1040308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2026-06-10T12:03:42.2000000Z</dcterms:created>
  <dcterms:modified xsi:type="dcterms:W3CDTF">2026-06-10T12:03:42.2000000Z</dcterms:modified>
</coreProperties>
</file>